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Mukta Light" panose="020B0604020202020204" charset="0"/>
      <p:regular r:id="rId15"/>
    </p:embeddedFont>
    <p:embeddedFont>
      <p:font typeface="Prompt Light" panose="00000400000000000000" pitchFamily="2" charset="-34"/>
      <p:regular r:id="rId16"/>
    </p:embeddedFont>
    <p:embeddedFont>
      <p:font typeface="Prompt Medium" panose="00000600000000000000" pitchFamily="2" charset="-34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631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7622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3056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2882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201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1876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815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737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4848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22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380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6306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055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333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2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078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349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904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8047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66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597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li.github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w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github.com/community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docs.githu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3086100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Creating a GitHub Repository: Different Methods Explained</a:t>
            </a:r>
            <a:endParaRPr lang="en-US" sz="4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71205"/>
            <a:ext cx="903172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Create a GitHub Repository?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250758"/>
            <a:ext cx="617220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317658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Centralized Storage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3667601"/>
            <a:ext cx="62968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Securely store all your code and project files in one accessible location.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505" y="2250758"/>
            <a:ext cx="617220" cy="617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9505" y="3176588"/>
            <a:ext cx="42855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Version Control &amp; Collaboration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469505" y="3667601"/>
            <a:ext cx="62968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Track changes, revert to previous versions, and collaborate seamlessly with team members.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37" y="4951452"/>
            <a:ext cx="617220" cy="617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4037" y="587728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Accessible Backup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864037" y="6368296"/>
            <a:ext cx="62968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Your projects are backed up and available from anywhere, anytime, ensuring data safety.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9505" y="4951452"/>
            <a:ext cx="617220" cy="6172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69505" y="5877282"/>
            <a:ext cx="427291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Open Source &amp; Private Support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469505" y="6368296"/>
            <a:ext cx="62968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Contribute to the open-source community or maintain private projects with robust control.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28080"/>
            <a:ext cx="671595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Method 1: GitHub Web UI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00763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GitHub web interface offers the simplest way to create a new repository, perfect for beginners or quick setups.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2680335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4037" y="3069431"/>
            <a:ext cx="4136231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6" name="Text 4"/>
          <p:cNvSpPr/>
          <p:nvPr/>
        </p:nvSpPr>
        <p:spPr>
          <a:xfrm>
            <a:off x="864037" y="3253740"/>
            <a:ext cx="377035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Navigate to New Repository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864037" y="3744754"/>
            <a:ext cx="41362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Click the </a:t>
            </a:r>
            <a:r>
              <a:rPr lang="en-US" sz="1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"+" icon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(top-right corner of any GitHub page) and select "New repository" from the dropdown menu.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247084" y="2680335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7084" y="3069431"/>
            <a:ext cx="4136231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0" name="Text 8"/>
          <p:cNvSpPr/>
          <p:nvPr/>
        </p:nvSpPr>
        <p:spPr>
          <a:xfrm>
            <a:off x="5247084" y="3253740"/>
            <a:ext cx="339828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Define Repository Details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5247084" y="3744754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Enter a unique </a:t>
            </a:r>
            <a:r>
              <a:rPr lang="en-US" sz="1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repository name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an optional, but recommended, description.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30132" y="2680335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0132" y="3069431"/>
            <a:ext cx="4136231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4" name="Text 12"/>
          <p:cNvSpPr/>
          <p:nvPr/>
        </p:nvSpPr>
        <p:spPr>
          <a:xfrm>
            <a:off x="9630132" y="325374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Set Visibility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9630132" y="3744754"/>
            <a:ext cx="41362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Choose between </a:t>
            </a:r>
            <a:r>
              <a:rPr lang="en-US" sz="1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Public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(visible to everyone) or </a:t>
            </a:r>
            <a:r>
              <a:rPr lang="en-US" sz="1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Private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(visible only to you and collaborators).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4037" y="5361861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4037" y="5750957"/>
            <a:ext cx="6327696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8" name="Text 16"/>
          <p:cNvSpPr/>
          <p:nvPr/>
        </p:nvSpPr>
        <p:spPr>
          <a:xfrm>
            <a:off x="864037" y="5935266"/>
            <a:ext cx="29163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Initialize with Options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864037" y="6426279"/>
            <a:ext cx="632769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Optionally add a </a:t>
            </a:r>
            <a:r>
              <a:rPr lang="en-US" sz="1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README file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project documentation, a </a:t>
            </a:r>
            <a:r>
              <a:rPr lang="en-US" sz="1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.gitignore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exclude certain files, and a </a:t>
            </a:r>
            <a:r>
              <a:rPr lang="en-US" sz="1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license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438549" y="5361861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05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438549" y="5750957"/>
            <a:ext cx="6327815" cy="3048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2" name="Text 20"/>
          <p:cNvSpPr/>
          <p:nvPr/>
        </p:nvSpPr>
        <p:spPr>
          <a:xfrm>
            <a:off x="7438549" y="593526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Create Repository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7438549" y="6426279"/>
            <a:ext cx="632781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Click the "Create repository" button to finalize and set up your new project space.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834878"/>
            <a:ext cx="7415927" cy="1097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Visual Guide: GitHub's New Repository Page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864037" y="4209574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image provides a visual overview of the fields you'll encounter when creating a new repository directly on GitHub's website. Pay attention to the highlighted areas for essential information.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15328"/>
            <a:ext cx="699742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Method 2: GitHub CLI (gh)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189488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 developers who prefer working in the terminal, the GitHub CLI offers a powerful and efficient way to manage repositories.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256758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Install GitHub CLI: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Ensure you have the GitHub CLI installed on your system. You can find instructions at </a:t>
            </a:r>
            <a:r>
              <a:rPr lang="en-US" sz="1900" u="sng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cli.github.com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3048953"/>
            <a:ext cx="12902327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Authenticate Your Session: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Open your terminal and run </a:t>
            </a:r>
            <a:r>
              <a:rPr lang="en-US" sz="19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login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link your CLI to your GitHub account.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3553182"/>
            <a:ext cx="12902327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Create &amp; Clone New Repo: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create a new public repository and immediately clone it to your local machine, use: </a:t>
            </a:r>
            <a:r>
              <a:rPr lang="en-US" sz="19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create my-project --public --clone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4475321"/>
            <a:ext cx="12902327" cy="812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Remote for Existing Local Repo: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If you have a local Git repository and want to create its remote counterpart on GitHub, use: </a:t>
            </a:r>
            <a:r>
              <a:rPr lang="en-US" sz="19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create my-project --private --source=. --remote=upstream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4037" y="5374600"/>
            <a:ext cx="12902327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Push Local Commits: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After creating the remote, push your local commits: </a:t>
            </a:r>
            <a:r>
              <a:rPr lang="en-US" sz="190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main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4037" y="6070163"/>
            <a:ext cx="12902327" cy="1444109"/>
          </a:xfrm>
          <a:prstGeom prst="roundRect">
            <a:avLst>
              <a:gd name="adj" fmla="val 7180"/>
            </a:avLst>
          </a:prstGeom>
          <a:solidFill>
            <a:srgbClr val="02234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53" y="6429375"/>
            <a:ext cx="308610" cy="24681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66280" y="6378654"/>
            <a:ext cx="1185326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Using the CLI streamlines your workflow, allowing you to create repositories and manage them without leaving your development environment.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281" y="420053"/>
            <a:ext cx="4485799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Method 3: Local Git &amp; Push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33281" y="1148001"/>
            <a:ext cx="13563838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method is ideal for projects that already exist locally or for developers who prefer to manage their Git workflow from the command line.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81" y="1563172"/>
            <a:ext cx="457081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643" y="1715453"/>
            <a:ext cx="1693069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Navigate to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2643" y="2018348"/>
            <a:ext cx="12954476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Open your terminal and change directory to your existing project folder: </a:t>
            </a: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 /path/to/your/project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62" y="2629614"/>
            <a:ext cx="457081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124" y="2781895"/>
            <a:ext cx="1693069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Initialize Git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371124" y="3084790"/>
            <a:ext cx="12725995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Initialize a new Git repository within your project: </a:t>
            </a: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362" y="3696057"/>
            <a:ext cx="457081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99724" y="3848338"/>
            <a:ext cx="1693069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Add &amp; Commit Files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599724" y="4151233"/>
            <a:ext cx="12497395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Add all project files to the staging area: </a:t>
            </a: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Then commit your changes: </a:t>
            </a: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"Initial commit"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62" y="4762500"/>
            <a:ext cx="457081" cy="1143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28324" y="4914781"/>
            <a:ext cx="1709380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Create Remote Repo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828324" y="5217676"/>
            <a:ext cx="12268795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Manually create a new empty repository on GitHub via the web UI (do NOT initialize with README, .gitignore, or license here).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362" y="5828943"/>
            <a:ext cx="457081" cy="1143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99724" y="5981224"/>
            <a:ext cx="1693069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Link Remote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599724" y="6284119"/>
            <a:ext cx="12497395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Add the GitHub repository as a remote origin to your local repository: </a:t>
            </a:r>
            <a:r>
              <a:rPr lang="en-US" sz="1150" dirty="0">
                <a:solidFill>
                  <a:srgbClr val="DAD8E9"/>
                </a:solidFill>
                <a:highlight>
                  <a:srgbClr val="18193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&lt;repo-URL&gt;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62" y="6895386"/>
            <a:ext cx="457081" cy="1143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71124" y="7047667"/>
            <a:ext cx="1693069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Push to GitHub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1371124" y="7350562"/>
            <a:ext cx="12725995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Push your local main branch to the GitHub repository: git push -u origin main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5345" y="671989"/>
            <a:ext cx="10736580" cy="678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Essential Tips for Git &amp; GitHub Workflow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855345" y="1839635"/>
            <a:ext cx="12919710" cy="391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Beyond the creation methods, mastering these practices will enhance your repository management: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55345" y="2505551"/>
            <a:ext cx="6337697" cy="2208609"/>
          </a:xfrm>
          <a:prstGeom prst="roundRect">
            <a:avLst>
              <a:gd name="adj" fmla="val 464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5345" y="2505551"/>
            <a:ext cx="121920" cy="2208609"/>
          </a:xfrm>
          <a:prstGeom prst="roundRect">
            <a:avLst>
              <a:gd name="adj" fmla="val 84193"/>
            </a:avLst>
          </a:prstGeom>
          <a:solidFill>
            <a:srgbClr val="A95B95"/>
          </a:solidFill>
          <a:ln/>
        </p:spPr>
      </p:sp>
      <p:sp>
        <p:nvSpPr>
          <p:cNvPr id="6" name="Text 4"/>
          <p:cNvSpPr/>
          <p:nvPr/>
        </p:nvSpPr>
        <p:spPr>
          <a:xfrm>
            <a:off x="1252061" y="2780347"/>
            <a:ext cx="3723918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 HTTPS for Remote URLs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52061" y="3266361"/>
            <a:ext cx="5666184" cy="78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Opt for the HTTPS URL when adding a remote to avoid complex SSH setup initially, simplifying authentication.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37358" y="2505551"/>
            <a:ext cx="6337697" cy="2208609"/>
          </a:xfrm>
          <a:prstGeom prst="roundRect">
            <a:avLst>
              <a:gd name="adj" fmla="val 464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37358" y="2505551"/>
            <a:ext cx="121920" cy="2208609"/>
          </a:xfrm>
          <a:prstGeom prst="roundRect">
            <a:avLst>
              <a:gd name="adj" fmla="val 84193"/>
            </a:avLst>
          </a:prstGeom>
          <a:solidFill>
            <a:srgbClr val="A95B95"/>
          </a:solidFill>
          <a:ln/>
        </p:spPr>
      </p:sp>
      <p:sp>
        <p:nvSpPr>
          <p:cNvPr id="10" name="Text 8"/>
          <p:cNvSpPr/>
          <p:nvPr/>
        </p:nvSpPr>
        <p:spPr>
          <a:xfrm>
            <a:off x="7834074" y="2780347"/>
            <a:ext cx="3910965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Personal Access Tokens (PAT)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834074" y="3266361"/>
            <a:ext cx="5666184" cy="117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GitHub now mandates </a:t>
            </a:r>
            <a:r>
              <a:rPr lang="en-US" sz="1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Personal Access Tokens (PAT)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instead of passwords for command-line operations. Generate one in your GitHub settings for secure pushes.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55345" y="4958477"/>
            <a:ext cx="6337697" cy="2599611"/>
          </a:xfrm>
          <a:prstGeom prst="roundRect">
            <a:avLst>
              <a:gd name="adj" fmla="val 3949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5345" y="4958477"/>
            <a:ext cx="121920" cy="2599611"/>
          </a:xfrm>
          <a:prstGeom prst="roundRect">
            <a:avLst>
              <a:gd name="adj" fmla="val 84193"/>
            </a:avLst>
          </a:prstGeom>
          <a:solidFill>
            <a:srgbClr val="A95B95"/>
          </a:solidFill>
          <a:ln/>
        </p:spPr>
      </p:sp>
      <p:sp>
        <p:nvSpPr>
          <p:cNvPr id="14" name="Text 12"/>
          <p:cNvSpPr/>
          <p:nvPr/>
        </p:nvSpPr>
        <p:spPr>
          <a:xfrm>
            <a:off x="1252061" y="5233273"/>
            <a:ext cx="3806785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Always Create a README.md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52061" y="5719286"/>
            <a:ext cx="5666184" cy="117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</a:t>
            </a:r>
            <a:r>
              <a:rPr lang="en-US" sz="1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README.md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file is crucial for describing your project, its purpose, how to install it, and how to use it. It's the first thing visitors see.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437358" y="4958477"/>
            <a:ext cx="6337697" cy="2599611"/>
          </a:xfrm>
          <a:prstGeom prst="roundRect">
            <a:avLst>
              <a:gd name="adj" fmla="val 3949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37358" y="4958477"/>
            <a:ext cx="121920" cy="2599611"/>
          </a:xfrm>
          <a:prstGeom prst="roundRect">
            <a:avLst>
              <a:gd name="adj" fmla="val 84193"/>
            </a:avLst>
          </a:prstGeom>
          <a:solidFill>
            <a:srgbClr val="A95B95"/>
          </a:solidFill>
          <a:ln/>
        </p:spPr>
      </p:sp>
      <p:sp>
        <p:nvSpPr>
          <p:cNvPr id="18" name="Text 16"/>
          <p:cNvSpPr/>
          <p:nvPr/>
        </p:nvSpPr>
        <p:spPr>
          <a:xfrm>
            <a:off x="7834074" y="5233273"/>
            <a:ext cx="2715458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Utilize .gitignore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834074" y="5719286"/>
            <a:ext cx="5666184" cy="1564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 a </a:t>
            </a:r>
            <a:r>
              <a:rPr lang="en-US" sz="19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.gitignore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file to prevent unnecessary files (like build artifacts, temporary files, or environment configurations) from being committed to your repository.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98627"/>
            <a:ext cx="1046321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Ready to Create Your First Repository?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578179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Embark on your journey into version control and collaboration today!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3250883"/>
            <a:ext cx="12902327" cy="3579971"/>
          </a:xfrm>
          <a:prstGeom prst="roundRect">
            <a:avLst>
              <a:gd name="adj" fmla="val 2896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9277" y="3266123"/>
            <a:ext cx="6435923" cy="1774746"/>
          </a:xfrm>
          <a:prstGeom prst="roundRect">
            <a:avLst>
              <a:gd name="adj" fmla="val 5843"/>
            </a:avLst>
          </a:prstGeom>
          <a:solidFill>
            <a:srgbClr val="542C49"/>
          </a:solidFill>
          <a:ln/>
        </p:spPr>
      </p:sp>
      <p:sp>
        <p:nvSpPr>
          <p:cNvPr id="6" name="Text 4"/>
          <p:cNvSpPr/>
          <p:nvPr/>
        </p:nvSpPr>
        <p:spPr>
          <a:xfrm>
            <a:off x="1126093" y="351293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Start Now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126093" y="4003953"/>
            <a:ext cx="557188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Visit </a:t>
            </a:r>
            <a:r>
              <a:rPr lang="en-US" sz="1900" u="sng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github.com/new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begin creating your first repository immediately.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0" y="3266123"/>
            <a:ext cx="6435923" cy="1774746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3266123"/>
            <a:ext cx="30480" cy="1774746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10" name="Text 8"/>
          <p:cNvSpPr/>
          <p:nvPr/>
        </p:nvSpPr>
        <p:spPr>
          <a:xfrm>
            <a:off x="7932420" y="3512939"/>
            <a:ext cx="29152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Deepen Your Mastery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932420" y="4003953"/>
            <a:ext cx="557188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Explore GitHub's comprehensive </a:t>
            </a:r>
            <a:r>
              <a:rPr lang="en-US" sz="1900" u="sng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documentation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CLI tutorials for advanced usage.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06590" y="3844885"/>
            <a:ext cx="617220" cy="617220"/>
          </a:xfrm>
          <a:prstGeom prst="roundRect">
            <a:avLst>
              <a:gd name="adj" fmla="val 16800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0895" y="3960614"/>
            <a:ext cx="308610" cy="38576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79277" y="5040868"/>
            <a:ext cx="6435923" cy="1774746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15" name="Shape 12"/>
          <p:cNvSpPr/>
          <p:nvPr/>
        </p:nvSpPr>
        <p:spPr>
          <a:xfrm>
            <a:off x="879277" y="5040868"/>
            <a:ext cx="6435923" cy="30480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16" name="Text 13"/>
          <p:cNvSpPr/>
          <p:nvPr/>
        </p:nvSpPr>
        <p:spPr>
          <a:xfrm>
            <a:off x="1126093" y="52876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Join the Community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1126093" y="5778698"/>
            <a:ext cx="557188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Connect with fellow developers and get support from the vibrant </a:t>
            </a:r>
            <a:r>
              <a:rPr lang="en-US" sz="1900" u="sng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Community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7315200" y="5040868"/>
            <a:ext cx="6435923" cy="1774746"/>
          </a:xfrm>
          <a:prstGeom prst="rect">
            <a:avLst/>
          </a:prstGeom>
          <a:solidFill>
            <a:srgbClr val="542C49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5040868"/>
            <a:ext cx="30480" cy="1774746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0" y="5040868"/>
            <a:ext cx="6435923" cy="30480"/>
          </a:xfrm>
          <a:prstGeom prst="roundRect">
            <a:avLst>
              <a:gd name="adj" fmla="val 340200"/>
            </a:avLst>
          </a:prstGeom>
          <a:solidFill>
            <a:srgbClr val="6D4562"/>
          </a:solidFill>
          <a:ln/>
        </p:spPr>
      </p:sp>
      <p:sp>
        <p:nvSpPr>
          <p:cNvPr id="21" name="Text 18"/>
          <p:cNvSpPr/>
          <p:nvPr/>
        </p:nvSpPr>
        <p:spPr>
          <a:xfrm>
            <a:off x="7932420" y="52876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Build Your Legacy</a:t>
            </a:r>
            <a:endParaRPr lang="en-US" sz="2150" dirty="0"/>
          </a:p>
        </p:txBody>
      </p:sp>
      <p:sp>
        <p:nvSpPr>
          <p:cNvPr id="22" name="Text 19"/>
          <p:cNvSpPr/>
          <p:nvPr/>
        </p:nvSpPr>
        <p:spPr>
          <a:xfrm>
            <a:off x="7932420" y="5778698"/>
            <a:ext cx="557188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Your code's new home awaits! Start pushing your ideas and projects to the world.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7006590" y="5619631"/>
            <a:ext cx="617220" cy="617220"/>
          </a:xfrm>
          <a:prstGeom prst="roundRect">
            <a:avLst>
              <a:gd name="adj" fmla="val 16800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0895" y="5735360"/>
            <a:ext cx="308610" cy="3857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853</Words>
  <Application>Microsoft Office PowerPoint</Application>
  <PresentationFormat>Custom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Consolas</vt:lpstr>
      <vt:lpstr>Prompt Medium</vt:lpstr>
      <vt:lpstr>Calibri Light</vt:lpstr>
      <vt:lpstr>Calibri</vt:lpstr>
      <vt:lpstr>Prompt Light</vt:lpstr>
      <vt:lpstr>Arial</vt:lpstr>
      <vt:lpstr>Mukta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LALITH KUMAR J</cp:lastModifiedBy>
  <cp:revision>2</cp:revision>
  <dcterms:created xsi:type="dcterms:W3CDTF">2025-08-31T17:00:17Z</dcterms:created>
  <dcterms:modified xsi:type="dcterms:W3CDTF">2025-09-01T06:04:58Z</dcterms:modified>
</cp:coreProperties>
</file>